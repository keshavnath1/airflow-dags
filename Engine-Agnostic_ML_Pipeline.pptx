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440" y="0"/>
            <a:ext cx="7261092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Engine-Agnostic ML Pipeline 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655270" y="708654"/>
            <a:ext cx="383345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E3F2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Containerized • Secure • Scalable 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1714500" y="1308729"/>
            <a:ext cx="5715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BDE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production-ready machine learning pipeline supporting Dask, Spark, and Ray frameworks with automated security scanning, model packaging, and deployment to Hugging Face Hub 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8" y="4371975"/>
            <a:ext cx="428625" cy="3429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63" y="4371975"/>
            <a:ext cx="428625" cy="3429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738" y="4371975"/>
            <a:ext cx="342900" cy="3429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388" y="4371975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6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noFill/>
          <a:ln/>
        </p:spPr>
        <p:txBody>
          <a:bodyPr wrap="square" lIns="0" tIns="340233" rIns="0" bIns="255143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Architecture &amp; Key Features 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85825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85875"/>
            <a:ext cx="3929063" cy="2857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4357688"/>
            <a:ext cx="3929063" cy="721519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71" y="4500563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6133" y="4786313"/>
            <a:ext cx="3388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</a:t>
            </a:r>
            <a:endParaRPr lang="en-US" sz="73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51" y="4500563"/>
            <a:ext cx="28575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79299" y="4786313"/>
            <a:ext cx="3376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Airflow</a:t>
            </a:r>
            <a:endParaRPr lang="en-US" sz="73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290" y="4500563"/>
            <a:ext cx="200025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31265" y="4786313"/>
            <a:ext cx="75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Dask/Spark/Ray</a:t>
            </a:r>
            <a:endParaRPr lang="en-US" sz="732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055" y="4500563"/>
            <a:ext cx="28575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103680" y="4786313"/>
            <a:ext cx="6564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Hugging Face</a:t>
            </a:r>
            <a:endParaRPr lang="en-US" sz="732" dirty="0"/>
          </a:p>
        </p:txBody>
      </p:sp>
      <p:sp>
        <p:nvSpPr>
          <p:cNvPr id="15" name="Text 7"/>
          <p:cNvSpPr/>
          <p:nvPr/>
        </p:nvSpPr>
        <p:spPr>
          <a:xfrm>
            <a:off x="4786313" y="885825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4786313" y="1285875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9"/>
          <p:cNvSpPr/>
          <p:nvPr/>
        </p:nvSpPr>
        <p:spPr>
          <a:xfrm>
            <a:off x="4786313" y="1285875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1407319"/>
            <a:ext cx="171450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57788" y="1371600"/>
            <a:ext cx="27056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Multi-Engine Support (Dask, Spark, Ray)</a:t>
            </a:r>
            <a:endParaRPr lang="en-US" sz="1046" dirty="0"/>
          </a:p>
        </p:txBody>
      </p:sp>
      <p:sp>
        <p:nvSpPr>
          <p:cNvPr id="20" name="Shape 11"/>
          <p:cNvSpPr/>
          <p:nvPr/>
        </p:nvSpPr>
        <p:spPr>
          <a:xfrm>
            <a:off x="4786313" y="1785938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2"/>
          <p:cNvSpPr/>
          <p:nvPr/>
        </p:nvSpPr>
        <p:spPr>
          <a:xfrm>
            <a:off x="4786313" y="1785938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2038" y="1907381"/>
            <a:ext cx="171450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57788" y="1871663"/>
            <a:ext cx="2536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Containerized Training Environments</a:t>
            </a:r>
            <a:endParaRPr lang="en-US" sz="1046" dirty="0"/>
          </a:p>
        </p:txBody>
      </p:sp>
      <p:sp>
        <p:nvSpPr>
          <p:cNvPr id="24" name="Shape 14"/>
          <p:cNvSpPr/>
          <p:nvPr/>
        </p:nvSpPr>
        <p:spPr>
          <a:xfrm>
            <a:off x="4786313" y="2286000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15"/>
          <p:cNvSpPr/>
          <p:nvPr/>
        </p:nvSpPr>
        <p:spPr>
          <a:xfrm>
            <a:off x="4786313" y="2286000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2038" y="2407444"/>
            <a:ext cx="171450" cy="14287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57788" y="2371725"/>
            <a:ext cx="20201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Security Scanning</a:t>
            </a:r>
            <a:endParaRPr lang="en-US" sz="1046" dirty="0"/>
          </a:p>
        </p:txBody>
      </p:sp>
      <p:sp>
        <p:nvSpPr>
          <p:cNvPr id="28" name="Shape 17"/>
          <p:cNvSpPr/>
          <p:nvPr/>
        </p:nvSpPr>
        <p:spPr>
          <a:xfrm>
            <a:off x="4786313" y="2786063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18"/>
          <p:cNvSpPr/>
          <p:nvPr/>
        </p:nvSpPr>
        <p:spPr>
          <a:xfrm>
            <a:off x="4786313" y="2786063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038" y="2907506"/>
            <a:ext cx="171450" cy="14287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57788" y="2871788"/>
            <a:ext cx="22967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SBOM Generation for Compliance</a:t>
            </a:r>
            <a:endParaRPr lang="en-US" sz="1046" dirty="0"/>
          </a:p>
        </p:txBody>
      </p:sp>
      <p:sp>
        <p:nvSpPr>
          <p:cNvPr id="32" name="Shape 20"/>
          <p:cNvSpPr/>
          <p:nvPr/>
        </p:nvSpPr>
        <p:spPr>
          <a:xfrm>
            <a:off x="4786313" y="3286125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21"/>
          <p:cNvSpPr/>
          <p:nvPr/>
        </p:nvSpPr>
        <p:spPr>
          <a:xfrm>
            <a:off x="4786313" y="3286125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038" y="3407569"/>
            <a:ext cx="171450" cy="142875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157788" y="3371850"/>
            <a:ext cx="21890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Model Packaging (skops)</a:t>
            </a:r>
            <a:endParaRPr lang="en-US" sz="1046" dirty="0"/>
          </a:p>
        </p:txBody>
      </p:sp>
      <p:sp>
        <p:nvSpPr>
          <p:cNvPr id="36" name="Shape 23"/>
          <p:cNvSpPr/>
          <p:nvPr/>
        </p:nvSpPr>
        <p:spPr>
          <a:xfrm>
            <a:off x="4786313" y="3786188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7" name="Shape 24"/>
          <p:cNvSpPr/>
          <p:nvPr/>
        </p:nvSpPr>
        <p:spPr>
          <a:xfrm>
            <a:off x="4786313" y="3786188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2038" y="3907631"/>
            <a:ext cx="171450" cy="142875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157788" y="3871913"/>
            <a:ext cx="23613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Deployment to HF Hub</a:t>
            </a:r>
            <a:endParaRPr lang="en-US" sz="1046" dirty="0"/>
          </a:p>
        </p:txBody>
      </p:sp>
      <p:sp>
        <p:nvSpPr>
          <p:cNvPr id="40" name="Shape 26"/>
          <p:cNvSpPr/>
          <p:nvPr/>
        </p:nvSpPr>
        <p:spPr>
          <a:xfrm>
            <a:off x="4786313" y="4286250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1" name="Shape 27"/>
          <p:cNvSpPr/>
          <p:nvPr/>
        </p:nvSpPr>
        <p:spPr>
          <a:xfrm>
            <a:off x="4786313" y="4286250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2038" y="4407694"/>
            <a:ext cx="171450" cy="142875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157788" y="4371975"/>
            <a:ext cx="16570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Reproducible Workflows</a:t>
            </a:r>
            <a:endParaRPr lang="en-US" sz="1046" dirty="0"/>
          </a:p>
        </p:txBody>
      </p:sp>
      <p:sp>
        <p:nvSpPr>
          <p:cNvPr id="44" name="Shape 29"/>
          <p:cNvSpPr/>
          <p:nvPr/>
        </p:nvSpPr>
        <p:spPr>
          <a:xfrm>
            <a:off x="4786313" y="4786313"/>
            <a:ext cx="3929063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30"/>
          <p:cNvSpPr/>
          <p:nvPr/>
        </p:nvSpPr>
        <p:spPr>
          <a:xfrm>
            <a:off x="4786313" y="4786313"/>
            <a:ext cx="28575" cy="3857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2038" y="4907756"/>
            <a:ext cx="171450" cy="142875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5157788" y="4872038"/>
            <a:ext cx="17638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Development Ready</a:t>
            </a:r>
            <a:endParaRPr lang="en-US" sz="10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935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noFill/>
          <a:ln/>
        </p:spPr>
        <p:txBody>
          <a:bodyPr wrap="square" lIns="0" tIns="340233" rIns="0" bIns="255143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Results &amp; Demonstration 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85825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 Pipeline Execution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28625" y="1285875"/>
            <a:ext cx="2054498" cy="264319"/>
          </a:xfrm>
          <a:prstGeom prst="roundRect">
            <a:avLst/>
          </a:prstGeom>
          <a:solidFill>
            <a:srgbClr val="4CAF5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68028"/>
            <a:ext cx="100013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088" y="1343025"/>
            <a:ext cx="166873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 Engines Successfully Deployed </a:t>
            </a:r>
            <a:endParaRPr lang="en-US" sz="732" dirty="0"/>
          </a:p>
        </p:txBody>
      </p:sp>
      <p:sp>
        <p:nvSpPr>
          <p:cNvPr id="8" name="Shape 4"/>
          <p:cNvSpPr/>
          <p:nvPr/>
        </p:nvSpPr>
        <p:spPr>
          <a:xfrm>
            <a:off x="428625" y="1693069"/>
            <a:ext cx="3929063" cy="2064544"/>
          </a:xfrm>
          <a:prstGeom prst="rect">
            <a:avLst/>
          </a:prstGeom>
          <a:solidFill>
            <a:srgbClr val="F8F9FA"/>
          </a:solidFill>
          <a:ln w="198">
            <a:solidFill>
              <a:srgbClr val="E0E0E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885950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1864519"/>
            <a:ext cx="22797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keshavnath1/ml-pipeline-model</a:t>
            </a:r>
            <a:endParaRPr lang="en-US" sz="1046" dirty="0"/>
          </a:p>
        </p:txBody>
      </p:sp>
      <p:sp>
        <p:nvSpPr>
          <p:cNvPr id="11" name="Shape 6"/>
          <p:cNvSpPr/>
          <p:nvPr/>
        </p:nvSpPr>
        <p:spPr>
          <a:xfrm>
            <a:off x="600075" y="2314575"/>
            <a:ext cx="3586163" cy="357188"/>
          </a:xfrm>
          <a:prstGeom prst="rect">
            <a:avLst/>
          </a:prstGeom>
          <a:solidFill>
            <a:srgbClr val="FFFFFF"/>
          </a:solidFill>
          <a:ln w="99">
            <a:solidFill>
              <a:srgbClr val="E0E0E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21731"/>
            <a:ext cx="142875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400300"/>
            <a:ext cx="28631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model_dask.skops</a:t>
            </a:r>
            <a:endParaRPr lang="en-US" sz="837" dirty="0"/>
          </a:p>
        </p:txBody>
      </p:sp>
      <p:sp>
        <p:nvSpPr>
          <p:cNvPr id="14" name="Text 8"/>
          <p:cNvSpPr/>
          <p:nvPr/>
        </p:nvSpPr>
        <p:spPr>
          <a:xfrm>
            <a:off x="3777565" y="2411016"/>
            <a:ext cx="3229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7575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2.4 MB</a:t>
            </a:r>
            <a:endParaRPr lang="en-US" sz="732" dirty="0"/>
          </a:p>
        </p:txBody>
      </p:sp>
      <p:sp>
        <p:nvSpPr>
          <p:cNvPr id="15" name="Shape 9"/>
          <p:cNvSpPr/>
          <p:nvPr/>
        </p:nvSpPr>
        <p:spPr>
          <a:xfrm>
            <a:off x="600075" y="2714625"/>
            <a:ext cx="3586163" cy="357188"/>
          </a:xfrm>
          <a:prstGeom prst="rect">
            <a:avLst/>
          </a:prstGeom>
          <a:solidFill>
            <a:srgbClr val="FFFFFF"/>
          </a:solidFill>
          <a:ln w="99">
            <a:solidFill>
              <a:srgbClr val="E0E0E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21781"/>
            <a:ext cx="142875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800350"/>
            <a:ext cx="28631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model_spark.skops</a:t>
            </a:r>
            <a:endParaRPr lang="en-US" sz="837" dirty="0"/>
          </a:p>
        </p:txBody>
      </p:sp>
      <p:sp>
        <p:nvSpPr>
          <p:cNvPr id="18" name="Text 11"/>
          <p:cNvSpPr/>
          <p:nvPr/>
        </p:nvSpPr>
        <p:spPr>
          <a:xfrm>
            <a:off x="3777565" y="2811066"/>
            <a:ext cx="3229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7575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2.4 MB</a:t>
            </a:r>
            <a:endParaRPr lang="en-US" sz="732" dirty="0"/>
          </a:p>
        </p:txBody>
      </p:sp>
      <p:sp>
        <p:nvSpPr>
          <p:cNvPr id="19" name="Shape 12"/>
          <p:cNvSpPr/>
          <p:nvPr/>
        </p:nvSpPr>
        <p:spPr>
          <a:xfrm>
            <a:off x="600075" y="3114675"/>
            <a:ext cx="3586163" cy="357188"/>
          </a:xfrm>
          <a:prstGeom prst="rect">
            <a:avLst/>
          </a:prstGeom>
          <a:solidFill>
            <a:srgbClr val="FFFFFF"/>
          </a:solidFill>
          <a:ln w="99">
            <a:solidFill>
              <a:srgbClr val="E0E0E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21831"/>
            <a:ext cx="142875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4400" y="3200400"/>
            <a:ext cx="28631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model_ray.skops</a:t>
            </a:r>
            <a:endParaRPr lang="en-US" sz="837" dirty="0"/>
          </a:p>
        </p:txBody>
      </p:sp>
      <p:sp>
        <p:nvSpPr>
          <p:cNvPr id="22" name="Text 14"/>
          <p:cNvSpPr/>
          <p:nvPr/>
        </p:nvSpPr>
        <p:spPr>
          <a:xfrm>
            <a:off x="3777565" y="3211116"/>
            <a:ext cx="3229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7575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2.4 MB</a:t>
            </a:r>
            <a:endParaRPr lang="en-US" sz="732" dirty="0"/>
          </a:p>
        </p:txBody>
      </p:sp>
      <p:sp>
        <p:nvSpPr>
          <p:cNvPr id="23" name="Text 15"/>
          <p:cNvSpPr/>
          <p:nvPr/>
        </p:nvSpPr>
        <p:spPr>
          <a:xfrm>
            <a:off x="428625" y="3829050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Components Verified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28625" y="4241602"/>
            <a:ext cx="24204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✓ Synthetic data generation (10,000 samples)</a:t>
            </a:r>
            <a:endParaRPr lang="en-US" sz="837" dirty="0"/>
          </a:p>
        </p:txBody>
      </p:sp>
      <p:sp>
        <p:nvSpPr>
          <p:cNvPr id="25" name="Text 17"/>
          <p:cNvSpPr/>
          <p:nvPr/>
        </p:nvSpPr>
        <p:spPr>
          <a:xfrm>
            <a:off x="428625" y="4424465"/>
            <a:ext cx="20147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✓ Multi-engine training environments</a:t>
            </a:r>
            <a:endParaRPr lang="en-US" sz="837" dirty="0"/>
          </a:p>
        </p:txBody>
      </p:sp>
      <p:sp>
        <p:nvSpPr>
          <p:cNvPr id="26" name="Text 18"/>
          <p:cNvSpPr/>
          <p:nvPr/>
        </p:nvSpPr>
        <p:spPr>
          <a:xfrm>
            <a:off x="428625" y="4607328"/>
            <a:ext cx="1825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✓ Security scanning with pip-audit</a:t>
            </a:r>
            <a:endParaRPr lang="en-US" sz="837" dirty="0"/>
          </a:p>
        </p:txBody>
      </p:sp>
      <p:sp>
        <p:nvSpPr>
          <p:cNvPr id="27" name="Text 19"/>
          <p:cNvSpPr/>
          <p:nvPr/>
        </p:nvSpPr>
        <p:spPr>
          <a:xfrm>
            <a:off x="428625" y="4790191"/>
            <a:ext cx="18863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✓ SBOM generation for compliance</a:t>
            </a:r>
            <a:endParaRPr lang="en-US" sz="837" dirty="0"/>
          </a:p>
        </p:txBody>
      </p:sp>
      <p:sp>
        <p:nvSpPr>
          <p:cNvPr id="28" name="Text 20"/>
          <p:cNvSpPr/>
          <p:nvPr/>
        </p:nvSpPr>
        <p:spPr>
          <a:xfrm>
            <a:off x="428625" y="4973055"/>
            <a:ext cx="17226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✓ Model serialization with skops</a:t>
            </a:r>
            <a:endParaRPr lang="en-US" sz="837" dirty="0"/>
          </a:p>
        </p:txBody>
      </p:sp>
      <p:sp>
        <p:nvSpPr>
          <p:cNvPr id="29" name="Text 21"/>
          <p:cNvSpPr/>
          <p:nvPr/>
        </p:nvSpPr>
        <p:spPr>
          <a:xfrm>
            <a:off x="428625" y="5155918"/>
            <a:ext cx="2545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✓ Automated deployment to Hugging Face Hub </a:t>
            </a:r>
            <a:endParaRPr lang="en-US" sz="837" dirty="0"/>
          </a:p>
        </p:txBody>
      </p:sp>
      <p:sp>
        <p:nvSpPr>
          <p:cNvPr id="30" name="Text 22"/>
          <p:cNvSpPr/>
          <p:nvPr/>
        </p:nvSpPr>
        <p:spPr>
          <a:xfrm>
            <a:off x="4786313" y="885825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Achievements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4786313" y="1285875"/>
            <a:ext cx="3929063" cy="364331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32" name="Shape 24"/>
          <p:cNvSpPr/>
          <p:nvPr/>
        </p:nvSpPr>
        <p:spPr>
          <a:xfrm>
            <a:off x="4786313" y="1285875"/>
            <a:ext cx="28575" cy="364331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1396603"/>
            <a:ext cx="171450" cy="1428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57788" y="1371600"/>
            <a:ext cx="207966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Production-Ready MLOps Pipeline</a:t>
            </a:r>
            <a:endParaRPr lang="en-US" sz="942" dirty="0"/>
          </a:p>
        </p:txBody>
      </p:sp>
      <p:sp>
        <p:nvSpPr>
          <p:cNvPr id="35" name="Shape 26"/>
          <p:cNvSpPr/>
          <p:nvPr/>
        </p:nvSpPr>
        <p:spPr>
          <a:xfrm>
            <a:off x="4786313" y="1764506"/>
            <a:ext cx="3929063" cy="364331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36" name="Shape 27"/>
          <p:cNvSpPr/>
          <p:nvPr/>
        </p:nvSpPr>
        <p:spPr>
          <a:xfrm>
            <a:off x="4786313" y="1764506"/>
            <a:ext cx="28575" cy="364331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2038" y="1875234"/>
            <a:ext cx="171450" cy="14287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57788" y="1850231"/>
            <a:ext cx="17862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Architecture</a:t>
            </a:r>
            <a:endParaRPr lang="en-US" sz="942" dirty="0"/>
          </a:p>
        </p:txBody>
      </p:sp>
      <p:sp>
        <p:nvSpPr>
          <p:cNvPr id="39" name="Shape 29"/>
          <p:cNvSpPr/>
          <p:nvPr/>
        </p:nvSpPr>
        <p:spPr>
          <a:xfrm>
            <a:off x="4786313" y="2243138"/>
            <a:ext cx="3929063" cy="364331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40" name="Shape 30"/>
          <p:cNvSpPr/>
          <p:nvPr/>
        </p:nvSpPr>
        <p:spPr>
          <a:xfrm>
            <a:off x="4786313" y="2243138"/>
            <a:ext cx="28575" cy="364331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2038" y="2353866"/>
            <a:ext cx="171450" cy="14287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157788" y="2328863"/>
            <a:ext cx="183778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Security-First Implementation</a:t>
            </a:r>
            <a:endParaRPr lang="en-US" sz="942" dirty="0"/>
          </a:p>
        </p:txBody>
      </p:sp>
      <p:sp>
        <p:nvSpPr>
          <p:cNvPr id="43" name="Shape 32"/>
          <p:cNvSpPr/>
          <p:nvPr/>
        </p:nvSpPr>
        <p:spPr>
          <a:xfrm>
            <a:off x="4786313" y="2721769"/>
            <a:ext cx="3929063" cy="364331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44" name="Shape 33"/>
          <p:cNvSpPr/>
          <p:nvPr/>
        </p:nvSpPr>
        <p:spPr>
          <a:xfrm>
            <a:off x="4786313" y="2721769"/>
            <a:ext cx="28575" cy="364331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038" y="2832497"/>
            <a:ext cx="171450" cy="142875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157788" y="2807494"/>
            <a:ext cx="183097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Containerized &amp; Reproducible</a:t>
            </a:r>
            <a:endParaRPr lang="en-US" sz="942" dirty="0"/>
          </a:p>
        </p:txBody>
      </p:sp>
      <p:sp>
        <p:nvSpPr>
          <p:cNvPr id="47" name="Shape 35"/>
          <p:cNvSpPr/>
          <p:nvPr/>
        </p:nvSpPr>
        <p:spPr>
          <a:xfrm>
            <a:off x="4786313" y="3200400"/>
            <a:ext cx="3929063" cy="364331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48" name="Shape 36"/>
          <p:cNvSpPr/>
          <p:nvPr/>
        </p:nvSpPr>
        <p:spPr>
          <a:xfrm>
            <a:off x="4786313" y="3200400"/>
            <a:ext cx="28575" cy="364331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038" y="3311128"/>
            <a:ext cx="171450" cy="14287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157788" y="3286125"/>
            <a:ext cx="189437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Model Deployment</a:t>
            </a:r>
            <a:endParaRPr lang="en-US" sz="942" dirty="0"/>
          </a:p>
        </p:txBody>
      </p:sp>
      <p:sp>
        <p:nvSpPr>
          <p:cNvPr id="51" name="Shape 38"/>
          <p:cNvSpPr/>
          <p:nvPr/>
        </p:nvSpPr>
        <p:spPr>
          <a:xfrm>
            <a:off x="4786313" y="3707606"/>
            <a:ext cx="3929063" cy="1985963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2" name="Text 39"/>
          <p:cNvSpPr/>
          <p:nvPr/>
        </p:nvSpPr>
        <p:spPr>
          <a:xfrm>
            <a:off x="4929188" y="3850481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Steps &amp; Extensions</a:t>
            </a:r>
            <a:endParaRPr lang="en-US" sz="1046" dirty="0"/>
          </a:p>
        </p:txBody>
      </p:sp>
      <p:sp>
        <p:nvSpPr>
          <p:cNvPr id="53" name="Text 40"/>
          <p:cNvSpPr/>
          <p:nvPr/>
        </p:nvSpPr>
        <p:spPr>
          <a:xfrm>
            <a:off x="4929188" y="4179094"/>
            <a:ext cx="364331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model monitoring and drift detection</a:t>
            </a:r>
            <a:endParaRPr lang="en-US" sz="837" dirty="0"/>
          </a:p>
        </p:txBody>
      </p:sp>
      <p:sp>
        <p:nvSpPr>
          <p:cNvPr id="54" name="Text 41"/>
          <p:cNvSpPr/>
          <p:nvPr/>
        </p:nvSpPr>
        <p:spPr>
          <a:xfrm>
            <a:off x="4929188" y="4407694"/>
            <a:ext cx="364331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A/B testing framework</a:t>
            </a:r>
            <a:endParaRPr lang="en-US" sz="837" dirty="0"/>
          </a:p>
        </p:txBody>
      </p:sp>
      <p:sp>
        <p:nvSpPr>
          <p:cNvPr id="55" name="Text 42"/>
          <p:cNvSpPr/>
          <p:nvPr/>
        </p:nvSpPr>
        <p:spPr>
          <a:xfrm>
            <a:off x="4929188" y="4636294"/>
            <a:ext cx="364331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with cloud platforms (AWS/GCP/Azure)</a:t>
            </a:r>
            <a:endParaRPr lang="en-US" sz="837" dirty="0"/>
          </a:p>
        </p:txBody>
      </p:sp>
      <p:sp>
        <p:nvSpPr>
          <p:cNvPr id="56" name="Text 43"/>
          <p:cNvSpPr/>
          <p:nvPr/>
        </p:nvSpPr>
        <p:spPr>
          <a:xfrm>
            <a:off x="4929188" y="4864894"/>
            <a:ext cx="364331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real-time inference endpoints</a:t>
            </a:r>
            <a:endParaRPr lang="en-US" sz="837" dirty="0"/>
          </a:p>
        </p:txBody>
      </p:sp>
      <p:sp>
        <p:nvSpPr>
          <p:cNvPr id="57" name="Text 44"/>
          <p:cNvSpPr/>
          <p:nvPr/>
        </p:nvSpPr>
        <p:spPr>
          <a:xfrm>
            <a:off x="4929188" y="5093494"/>
            <a:ext cx="364331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model versioning and rollback</a:t>
            </a:r>
            <a:endParaRPr lang="en-US" sz="837" dirty="0"/>
          </a:p>
        </p:txBody>
      </p:sp>
      <p:sp>
        <p:nvSpPr>
          <p:cNvPr id="58" name="Text 45"/>
          <p:cNvSpPr/>
          <p:nvPr/>
        </p:nvSpPr>
        <p:spPr>
          <a:xfrm>
            <a:off x="4929188" y="5322094"/>
            <a:ext cx="364331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242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to production workloads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2025-09-06T03:23:13Z</dcterms:created>
  <dcterms:modified xsi:type="dcterms:W3CDTF">2025-09-06T03:23:13Z</dcterms:modified>
</cp:coreProperties>
</file>